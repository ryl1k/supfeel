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titl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left-image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closing-image-2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split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amiantchuma-coding-Hackathon-SKELAR/b38faef1-ce6e-4013-b28f-199c01da5a7e/scratchpad/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06400"/>
            <a:ext cx="241300" cy="241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9500" y="368300"/>
            <a:ext cx="1828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Supfeel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62000" y="1206500"/>
            <a:ext cx="10668000" cy="1968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amiantchuma-coding-Hackathon-SKELAR/b38faef1-ce6e-4013-b28f-199c01da5a7e/scratchpad/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06400"/>
            <a:ext cx="241300" cy="241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9500" y="368300"/>
            <a:ext cx="1828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Supfeel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62000" y="1206500"/>
            <a:ext cx="10668000" cy="1968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f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amiantchuma-coding-Hackathon-SKELAR/b38faef1-ce6e-4013-b28f-199c01da5a7e/scratchpad/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06400"/>
            <a:ext cx="241300" cy="241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9500" y="368300"/>
            <a:ext cx="1828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Supfeel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62000" y="1206500"/>
            <a:ext cx="10668000" cy="1968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amiantchuma-coding-Hackathon-SKELAR/b38faef1-ce6e-4013-b28f-199c01da5a7e/scratchpad/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06400"/>
            <a:ext cx="241300" cy="241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9500" y="368300"/>
            <a:ext cx="1828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Supfeel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62000" y="1206500"/>
            <a:ext cx="10668000" cy="1968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i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amiantchuma-coding-Hackathon-SKELAR/b38faef1-ce6e-4013-b28f-199c01da5a7e/scratchpad/x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406400"/>
            <a:ext cx="241300" cy="241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79500" y="368300"/>
            <a:ext cx="18288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Supfeel</a:t>
            </a:r>
            <a:endParaRPr lang="en-US" sz="14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762000" y="1905000"/>
            <a:ext cx="4064000" cy="330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62000" y="1206500"/>
            <a:ext cx="1066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From support ticket</a:t>
            </a:r>
            <a:endParaRPr lang="en-US" sz="4400" dirty="0"/>
          </a:p>
          <a:p>
            <a:pPr algn="l" indent="0" marL="0">
              <a:buNone/>
            </a:pPr>
            <a:r>
              <a:rPr lang="en-US" sz="4400" i="1" dirty="0">
                <a:solidFill>
                  <a:srgbClr val="A9ADF7"/>
                </a:solidFill>
              </a:rPr>
              <a:t>to pull request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3365500"/>
            <a:ext cx="1066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BCE0"/>
                </a:solidFill>
              </a:rPr>
              <a:t>An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MCP server</a:t>
            </a:r>
            <a:pPr indent="0" marL="0">
              <a:buNone/>
            </a:pPr>
            <a:r>
              <a:rPr lang="en-US" sz="1700" dirty="0">
                <a:solidFill>
                  <a:srgbClr val="B8BCE0"/>
                </a:solidFill>
              </a:rPr>
              <a:t> for the AI support you already have.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Keep your agent.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62000" y="1206500"/>
            <a:ext cx="1066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Your AI support can't </a:t>
            </a:r>
            <a:pPr algn="l" indent="0" marL="0">
              <a:buNone/>
            </a:pPr>
            <a:r>
              <a:rPr lang="en-US" sz="4400" i="1" dirty="0">
                <a:solidFill>
                  <a:srgbClr val="A9ADF7"/>
                </a:solidFill>
              </a:rPr>
              <a:t>read your code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620000" y="3937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A9ADF7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CE0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62000" y="3619500"/>
            <a:ext cx="3321050" cy="0"/>
          </a:xfrm>
          <a:prstGeom prst="line">
            <a:avLst/>
          </a:prstGeom>
          <a:noFill/>
          <a:ln w="9525">
            <a:solidFill>
              <a:srgbClr val="A9ADF7">
                <a:alpha val="2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2000" y="37846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DF7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4191000"/>
            <a:ext cx="3321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Guessing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4610100"/>
            <a:ext cx="33210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8BCE0"/>
                </a:solidFill>
              </a:rPr>
              <a:t>User error or bug?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41825" y="3619500"/>
            <a:ext cx="3321050" cy="0"/>
          </a:xfrm>
          <a:prstGeom prst="line">
            <a:avLst/>
          </a:prstGeom>
          <a:noFill/>
          <a:ln w="9525">
            <a:solidFill>
              <a:srgbClr val="A9ADF7">
                <a:alpha val="2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41825" y="37846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DF7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441825" y="4191000"/>
            <a:ext cx="3321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Lost bugs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441825" y="4610100"/>
            <a:ext cx="33210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8BCE0"/>
                </a:solidFill>
              </a:rPr>
              <a:t>Support → engineering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21650" y="3619500"/>
            <a:ext cx="3321050" cy="0"/>
          </a:xfrm>
          <a:prstGeom prst="line">
            <a:avLst/>
          </a:prstGeom>
          <a:noFill/>
          <a:ln w="9525">
            <a:solidFill>
              <a:srgbClr val="A9ADF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21650" y="37846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DF7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121650" y="4191000"/>
            <a:ext cx="3321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 memory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121650" y="4610100"/>
            <a:ext cx="33210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8BCE0"/>
                </a:solidFill>
              </a:rPr>
              <a:t>Same complaint, again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62000" y="1206500"/>
            <a:ext cx="1066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Don't replace your AI support.</a:t>
            </a:r>
            <a:endParaRPr lang="en-US" sz="4400" dirty="0"/>
          </a:p>
          <a:p>
            <a:pPr algn="l" indent="0" marL="0">
              <a:buNone/>
            </a:pPr>
            <a:r>
              <a:rPr lang="en-US" sz="4400" i="1" dirty="0">
                <a:solidFill>
                  <a:srgbClr val="A9ADF7"/>
                </a:solidFill>
              </a:rPr>
              <a:t>Improve it.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620000" y="3937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A9ADF7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CE0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62000" y="3251200"/>
            <a:ext cx="10668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8BCE0"/>
                </a:solidFill>
              </a:rPr>
              <a:t>Supfeel is an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MCP server</a:t>
            </a:r>
            <a:pPr indent="0" marL="0">
              <a:buNone/>
            </a:pPr>
            <a:r>
              <a:rPr lang="en-US" sz="1500" dirty="0">
                <a:solidFill>
                  <a:srgbClr val="B8BCE0"/>
                </a:solidFill>
              </a:rPr>
              <a:t>. Keep your agent and add us as a tool.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2000" y="3619500"/>
            <a:ext cx="2857500" cy="1270000"/>
          </a:xfrm>
          <a:prstGeom prst="roundRect">
            <a:avLst>
              <a:gd name="adj" fmla="val 12240"/>
            </a:avLst>
          </a:prstGeom>
          <a:solidFill>
            <a:srgbClr val="141A56">
              <a:alpha val="50000"/>
            </a:srgbClr>
          </a:solidFill>
          <a:ln w="9525">
            <a:solidFill>
              <a:srgbClr val="A9ADF7">
                <a:alpha val="22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3300" y="3784600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DF7"/>
                </a:solidFill>
              </a:rPr>
              <a:t>You have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03300" y="4013200"/>
            <a:ext cx="2476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Your support agent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003300" y="4432300"/>
            <a:ext cx="247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CE0"/>
                </a:solidFill>
              </a:rPr>
              <a:t>Keeps the conversation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45000" y="3619500"/>
            <a:ext cx="3302000" cy="1270000"/>
          </a:xfrm>
          <a:prstGeom prst="roundRect">
            <a:avLst>
              <a:gd name="adj" fmla="val 12240"/>
            </a:avLst>
          </a:prstGeom>
          <a:solidFill>
            <a:srgbClr val="2F3FE0">
              <a:alpha val="40000"/>
            </a:srgbClr>
          </a:solidFill>
          <a:ln w="9525">
            <a:solidFill>
              <a:srgbClr val="A9ADF7">
                <a:alpha val="4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86300" y="3784600"/>
            <a:ext cx="292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DF7"/>
                </a:solidFill>
              </a:rPr>
              <a:t>You add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86300" y="4013200"/>
            <a:ext cx="292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Supfeel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86300" y="4432300"/>
            <a:ext cx="292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CE0"/>
                </a:solidFill>
              </a:rPr>
              <a:t>Takes what it can't solve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72500" y="3619500"/>
            <a:ext cx="2857500" cy="1270000"/>
          </a:xfrm>
          <a:prstGeom prst="roundRect">
            <a:avLst>
              <a:gd name="adj" fmla="val 12240"/>
            </a:avLst>
          </a:prstGeom>
          <a:solidFill>
            <a:srgbClr val="141A56">
              <a:alpha val="50000"/>
            </a:srgbClr>
          </a:solidFill>
          <a:ln w="9525">
            <a:solidFill>
              <a:srgbClr val="A9ADF7">
                <a:alpha val="22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13800" y="3784600"/>
            <a:ext cx="2476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DF7"/>
                </a:solidFill>
              </a:rPr>
              <a:t>You own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813800" y="4013200"/>
            <a:ext cx="2476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Your codebase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813800" y="4432300"/>
            <a:ext cx="247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BCE0"/>
                </a:solidFill>
              </a:rPr>
              <a:t>Read, then fixed by PR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19500" y="4254500"/>
            <a:ext cx="825500" cy="0"/>
          </a:xfrm>
          <a:prstGeom prst="line">
            <a:avLst/>
          </a:prstGeom>
          <a:noFill/>
          <a:ln w="9525">
            <a:solidFill>
              <a:srgbClr val="A9ADF7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19500" y="4000500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BFA"/>
                </a:solidFill>
              </a:rPr>
              <a:t>MCP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47000" y="4254500"/>
            <a:ext cx="825500" cy="0"/>
          </a:xfrm>
          <a:prstGeom prst="line">
            <a:avLst/>
          </a:prstGeom>
          <a:noFill/>
          <a:ln w="9525">
            <a:solidFill>
              <a:srgbClr val="A9ADF7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47000" y="4000500"/>
            <a:ext cx="825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CBFA"/>
                </a:solidFill>
              </a:rPr>
              <a:t>access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62000" y="1206500"/>
            <a:ext cx="1066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Message in. </a:t>
            </a:r>
            <a:pPr algn="l" indent="0" marL="0">
              <a:buNone/>
            </a:pPr>
            <a:r>
              <a:rPr lang="en-US" sz="4400" i="1" dirty="0">
                <a:solidFill>
                  <a:srgbClr val="A9ADF7"/>
                </a:solidFill>
              </a:rPr>
              <a:t>Fix out.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620000" y="3937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A9ADF7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CE0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62000" y="3543300"/>
            <a:ext cx="10668000" cy="0"/>
          </a:xfrm>
          <a:prstGeom prst="line">
            <a:avLst/>
          </a:prstGeom>
          <a:noFill/>
          <a:ln w="9525">
            <a:solidFill>
              <a:srgbClr val="A9ADF7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3486150"/>
            <a:ext cx="114300" cy="114300"/>
          </a:xfrm>
          <a:prstGeom prst="ellipse">
            <a:avLst/>
          </a:prstGeom>
          <a:solidFill>
            <a:srgbClr val="4353F0"/>
          </a:solidFill>
          <a:ln w="12700">
            <a:solidFill>
              <a:srgbClr val="C9C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2000" y="37211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Ask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40894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CE0"/>
                </a:solidFill>
              </a:rPr>
              <a:t>Agent sends the message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29000" y="3486150"/>
            <a:ext cx="114300" cy="114300"/>
          </a:xfrm>
          <a:prstGeom prst="ellipse">
            <a:avLst/>
          </a:prstGeom>
          <a:solidFill>
            <a:srgbClr val="4353F0"/>
          </a:solidFill>
          <a:ln w="12700">
            <a:solidFill>
              <a:srgbClr val="C9CB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37211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Recall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40894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CE0"/>
                </a:solidFill>
              </a:rPr>
              <a:t>Match past complaints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6000" y="3486150"/>
            <a:ext cx="114300" cy="114300"/>
          </a:xfrm>
          <a:prstGeom prst="ellipse">
            <a:avLst/>
          </a:prstGeom>
          <a:solidFill>
            <a:srgbClr val="4353F0"/>
          </a:solidFill>
          <a:ln w="12700">
            <a:solidFill>
              <a:srgbClr val="C9CB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0" y="37211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Analyze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096000" y="40894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CE0"/>
                </a:solidFill>
              </a:rPr>
              <a:t>Trace the code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763000" y="3486150"/>
            <a:ext cx="114300" cy="114300"/>
          </a:xfrm>
          <a:prstGeom prst="ellipse">
            <a:avLst/>
          </a:prstGeom>
          <a:solidFill>
            <a:srgbClr val="4353F0"/>
          </a:solidFill>
          <a:ln w="12700">
            <a:solidFill>
              <a:srgbClr val="C9CB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63000" y="37211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Decide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763000" y="4089400"/>
            <a:ext cx="254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BCE0"/>
                </a:solidFill>
              </a:rPr>
              <a:t>User or bug?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62000" y="4572000"/>
            <a:ext cx="3454400" cy="825500"/>
          </a:xfrm>
          <a:prstGeom prst="roundRect">
            <a:avLst>
              <a:gd name="adj" fmla="val 18831"/>
            </a:avLst>
          </a:prstGeom>
          <a:solidFill>
            <a:srgbClr val="141A56">
              <a:alpha val="50000"/>
            </a:srgbClr>
          </a:solidFill>
          <a:ln w="9525">
            <a:solidFill>
              <a:srgbClr val="A9ADF7">
                <a:alpha val="2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5200" y="4775200"/>
            <a:ext cx="76200" cy="76200"/>
          </a:xfrm>
          <a:prstGeom prst="ellipse">
            <a:avLst/>
          </a:prstGeom>
          <a:solidFill>
            <a:srgbClr val="3DDC84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17600" y="4686300"/>
            <a:ext cx="2984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User-side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65200" y="5016500"/>
            <a:ext cx="311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CE0"/>
                </a:solidFill>
              </a:rPr>
              <a:t>Explain to the customer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68800" y="4572000"/>
            <a:ext cx="3454400" cy="825500"/>
          </a:xfrm>
          <a:prstGeom prst="roundRect">
            <a:avLst>
              <a:gd name="adj" fmla="val 18831"/>
            </a:avLst>
          </a:prstGeom>
          <a:solidFill>
            <a:srgbClr val="141A56">
              <a:alpha val="50000"/>
            </a:srgbClr>
          </a:solidFill>
          <a:ln w="9525">
            <a:solidFill>
              <a:srgbClr val="A9ADF7">
                <a:alpha val="2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4775200"/>
            <a:ext cx="76200" cy="76200"/>
          </a:xfrm>
          <a:prstGeom prst="ellipse">
            <a:avLst/>
          </a:prstGeom>
          <a:solidFill>
            <a:srgbClr val="F26D7D"/>
          </a:solidFill>
          <a:ln w="12700">
            <a:solidFill>
              <a:srgbClr val="F26D7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24400" y="4686300"/>
            <a:ext cx="2984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Bug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5016500"/>
            <a:ext cx="311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CE0"/>
                </a:solidFill>
              </a:rPr>
              <a:t>Open a pull request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75600" y="4572000"/>
            <a:ext cx="3454400" cy="825500"/>
          </a:xfrm>
          <a:prstGeom prst="roundRect">
            <a:avLst>
              <a:gd name="adj" fmla="val 18831"/>
            </a:avLst>
          </a:prstGeom>
          <a:solidFill>
            <a:srgbClr val="141A56">
              <a:alpha val="50000"/>
            </a:srgbClr>
          </a:solidFill>
          <a:ln w="9525">
            <a:solidFill>
              <a:srgbClr val="A9ADF7">
                <a:alpha val="2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78800" y="4775200"/>
            <a:ext cx="76200" cy="76200"/>
          </a:xfrm>
          <a:prstGeom prst="ellipse">
            <a:avLst/>
          </a:prstGeom>
          <a:solidFill>
            <a:srgbClr val="F5B54A"/>
          </a:solidFill>
          <a:ln w="12700">
            <a:solidFill>
              <a:srgbClr val="F5B54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31200" y="4686300"/>
            <a:ext cx="2984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Unclear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8178800" y="5016500"/>
            <a:ext cx="311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8BCE0"/>
                </a:solidFill>
              </a:rPr>
              <a:t>Hand to a human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62000" y="1905000"/>
            <a:ext cx="4064000" cy="330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One tool.</a:t>
            </a:r>
            <a:endParaRPr lang="en-US" sz="4400" dirty="0"/>
          </a:p>
          <a:p>
            <a:pPr algn="l" indent="0" marL="0">
              <a:buNone/>
            </a:pPr>
            <a:r>
              <a:rPr lang="en-US" sz="4400" i="1" dirty="0">
                <a:solidFill>
                  <a:srgbClr val="A9ADF7"/>
                </a:solidFill>
              </a:rPr>
              <a:t>Minutes.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620000" y="3937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A9ADF7"/>
                </a:solidFill>
              </a:rPr>
              <a:t>INTEGRATION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CE0"/>
                </a:solidFill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70500" y="1905000"/>
            <a:ext cx="6159500" cy="1333500"/>
          </a:xfrm>
          <a:prstGeom prst="roundRect">
            <a:avLst>
              <a:gd name="adj" fmla="val 11657"/>
            </a:avLst>
          </a:prstGeom>
          <a:solidFill>
            <a:srgbClr val="141A56">
              <a:alpha val="50000"/>
            </a:srgbClr>
          </a:solidFill>
          <a:ln w="9525">
            <a:solidFill>
              <a:srgbClr val="A9ADF7">
                <a:alpha val="22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511800" y="20574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DF7"/>
                </a:solidFill>
              </a:rPr>
              <a:t>Your agent calls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511800" y="2273300"/>
            <a:ext cx="5715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escalate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95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AD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message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95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EE6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"Checkout fails with promo code"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95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70500" y="3365500"/>
            <a:ext cx="6159500" cy="1841500"/>
          </a:xfrm>
          <a:prstGeom prst="roundRect">
            <a:avLst>
              <a:gd name="adj" fmla="val 8441"/>
            </a:avLst>
          </a:prstGeom>
          <a:solidFill>
            <a:srgbClr val="141A56">
              <a:alpha val="50000"/>
            </a:srgbClr>
          </a:solidFill>
          <a:ln w="9525">
            <a:solidFill>
              <a:srgbClr val="A9ADF7">
                <a:alpha val="22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11800" y="3517900"/>
            <a:ext cx="508000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DF7"/>
                </a:solidFill>
              </a:rPr>
              <a:t>Supfeel returns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511800" y="3733800"/>
            <a:ext cx="5715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95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AD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status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95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5B5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"fix_in_review"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95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AD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customer_reply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95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EE6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"We found the cause…"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95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9AD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next_step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95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EE6B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"Check back with get_ticket"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95D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62000" y="1206500"/>
            <a:ext cx="1066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Every complaint makes</a:t>
            </a:r>
            <a:endParaRPr lang="en-US" sz="4400" dirty="0"/>
          </a:p>
          <a:p>
            <a:pPr algn="l" indent="0" marL="0">
              <a:buNone/>
            </a:pPr>
            <a:r>
              <a:rPr lang="en-US" sz="4400" i="1" dirty="0">
                <a:solidFill>
                  <a:srgbClr val="A9ADF7"/>
                </a:solidFill>
              </a:rPr>
              <a:t>the next one faster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620000" y="3937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A9ADF7"/>
                </a:solidFill>
              </a:rPr>
              <a:t>MEMORY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CE0"/>
                </a:solidFill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62000" y="3619500"/>
            <a:ext cx="3321050" cy="0"/>
          </a:xfrm>
          <a:prstGeom prst="line">
            <a:avLst/>
          </a:prstGeom>
          <a:noFill/>
          <a:ln w="9525">
            <a:solidFill>
              <a:srgbClr val="A9ADF7">
                <a:alpha val="2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2000" y="37846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DF7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4191000"/>
            <a:ext cx="3321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Find known issues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4441825" y="3619500"/>
            <a:ext cx="3321050" cy="0"/>
          </a:xfrm>
          <a:prstGeom prst="line">
            <a:avLst/>
          </a:prstGeom>
          <a:noFill/>
          <a:ln w="9525">
            <a:solidFill>
              <a:srgbClr val="A9ADF7">
                <a:alpha val="2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41825" y="37846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DF7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441825" y="4191000"/>
            <a:ext cx="3321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Reuse solutions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121650" y="3619500"/>
            <a:ext cx="3321050" cy="0"/>
          </a:xfrm>
          <a:prstGeom prst="line">
            <a:avLst/>
          </a:prstGeom>
          <a:noFill/>
          <a:ln w="9525">
            <a:solidFill>
              <a:srgbClr val="A9ADF7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21650" y="37846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DF7"/>
                </a:solidFill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121650" y="4191000"/>
            <a:ext cx="3321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Spot patterns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62000" y="1206500"/>
            <a:ext cx="1066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You stay in </a:t>
            </a:r>
            <a:pPr algn="l" indent="0" marL="0">
              <a:buNone/>
            </a:pPr>
            <a:r>
              <a:rPr lang="en-US" sz="4400" i="1" dirty="0">
                <a:solidFill>
                  <a:srgbClr val="A9ADF7"/>
                </a:solidFill>
              </a:rPr>
              <a:t>control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620000" y="3937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A9ADF7"/>
                </a:solidFill>
              </a:rPr>
              <a:t>TRUST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CE0"/>
                </a:solidFill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62000" y="3619500"/>
            <a:ext cx="3321050" cy="0"/>
          </a:xfrm>
          <a:prstGeom prst="line">
            <a:avLst/>
          </a:prstGeom>
          <a:noFill/>
          <a:ln w="9525">
            <a:solidFill>
              <a:srgbClr val="A9ADF7">
                <a:alpha val="2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2000" y="37846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DF7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2000" y="4191000"/>
            <a:ext cx="3321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Scoped access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762000" y="4610100"/>
            <a:ext cx="33210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8BCE0"/>
                </a:solidFill>
              </a:rPr>
              <a:t>You pick the repos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41825" y="3619500"/>
            <a:ext cx="3321050" cy="0"/>
          </a:xfrm>
          <a:prstGeom prst="line">
            <a:avLst/>
          </a:prstGeom>
          <a:noFill/>
          <a:ln w="9525">
            <a:solidFill>
              <a:srgbClr val="A9ADF7">
                <a:alpha val="2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41825" y="37846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DF7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441825" y="4191000"/>
            <a:ext cx="3321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PRs only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441825" y="4610100"/>
            <a:ext cx="33210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8BCE0"/>
                </a:solidFill>
              </a:rPr>
              <a:t>Your team merges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21650" y="3619500"/>
            <a:ext cx="3321050" cy="0"/>
          </a:xfrm>
          <a:prstGeom prst="line">
            <a:avLst/>
          </a:prstGeom>
          <a:noFill/>
          <a:ln w="9525">
            <a:solidFill>
              <a:srgbClr val="A9ADF7">
                <a:alpha val="2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21650" y="3784600"/>
            <a:ext cx="63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9ADF7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121650" y="4191000"/>
            <a:ext cx="3321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Verified by CI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121650" y="4610100"/>
            <a:ext cx="332105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8BCE0"/>
                </a:solidFill>
              </a:rPr>
              <a:t>Before anyone reviews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62000" y="1206500"/>
            <a:ext cx="1066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Pay for what you </a:t>
            </a:r>
            <a:pPr algn="l" indent="0" marL="0">
              <a:buNone/>
            </a:pPr>
            <a:r>
              <a:rPr lang="en-US" sz="4400" i="1" dirty="0">
                <a:solidFill>
                  <a:srgbClr val="A9ADF7"/>
                </a:solidFill>
              </a:rPr>
              <a:t>use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620000" y="393700"/>
            <a:ext cx="381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A9ADF7"/>
                </a:solidFill>
              </a:rPr>
              <a:t>BUSINESS MODEL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0160000" y="6350000"/>
            <a:ext cx="127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B8BCE0"/>
                </a:solidFill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62000" y="3619500"/>
            <a:ext cx="5245100" cy="1651000"/>
          </a:xfrm>
          <a:prstGeom prst="roundRect">
            <a:avLst>
              <a:gd name="adj" fmla="val 9415"/>
            </a:avLst>
          </a:prstGeom>
          <a:solidFill>
            <a:srgbClr val="141A56">
              <a:alpha val="50000"/>
            </a:srgbClr>
          </a:solidFill>
          <a:ln w="9525">
            <a:solidFill>
              <a:srgbClr val="A9ADF7">
                <a:alpha val="22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2200" y="38481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DF7"/>
                </a:solidFill>
              </a:rPr>
              <a:t>Free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92200" y="4127500"/>
            <a:ext cx="469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Hourly limit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1092200" y="4724400"/>
            <a:ext cx="444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CE0"/>
                </a:solidFill>
              </a:rPr>
              <a:t>Try it on real tickets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4900" y="3619500"/>
            <a:ext cx="5245100" cy="1651000"/>
          </a:xfrm>
          <a:prstGeom prst="roundRect">
            <a:avLst>
              <a:gd name="adj" fmla="val 9415"/>
            </a:avLst>
          </a:prstGeom>
          <a:solidFill>
            <a:srgbClr val="2F3FE0">
              <a:alpha val="40000"/>
            </a:srgbClr>
          </a:solidFill>
          <a:ln w="9525">
            <a:solidFill>
              <a:srgbClr val="A9ADF7">
                <a:alpha val="45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15100" y="3848100"/>
            <a:ext cx="444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9ADF7"/>
                </a:solidFill>
              </a:rPr>
              <a:t>Pay as you go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515100" y="4127500"/>
            <a:ext cx="469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Usage + platform fee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515100" y="4724400"/>
            <a:ext cx="4445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8BCE0"/>
                </a:solidFill>
              </a:rPr>
              <a:t>Billed per call. No seats.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762000" y="1206500"/>
            <a:ext cx="1066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62000" y="33655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BCE0"/>
                </a:solidFill>
              </a:rPr>
              <a:t>Questions?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483600" y="2178050"/>
            <a:ext cx="2946400" cy="2946400"/>
          </a:xfrm>
          <a:prstGeom prst="roundRect">
            <a:avLst>
              <a:gd name="adj" fmla="val 589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QR 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2381250"/>
            <a:ext cx="2540000" cy="25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igtre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Figtre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Supfeel</dc:title>
  <dc:subject>PptxGenJS Presentation</dc:subject>
  <dc:creator>PptxGenJS</dc:creator>
  <cp:lastModifiedBy>PptxGenJS</cp:lastModifiedBy>
  <cp:revision>1</cp:revision>
  <dcterms:created xsi:type="dcterms:W3CDTF">2026-10-31T14:20:43Z</dcterms:created>
  <dcterms:modified xsi:type="dcterms:W3CDTF">2026-10-31T14:20:43Z</dcterms:modified>
</cp:coreProperties>
</file>